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Canary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Policy + evidence rail for agent actions</a:t>
            </a:r>
          </a:p>
          <a:p/>
          <a:p>
            <a:r>
              <a:t>Intent → Policy → Authority → Execute → Receipt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An AI agent can decide what to do — then hits a wall.</a:t>
            </a:r>
          </a:p>
          <a:p>
            <a:pPr/>
            <a:r>
              <a:rPr/>
              <a:t/>
            </a:r>
          </a:p>
          <a:p>
            <a:pPr/>
            <a:r>
              <a:rPr/>
              <a:t>Needs identity, wallet, authorization, signing.</a:t>
            </a:r>
          </a:p>
          <a:p>
            <a:pPr/>
            <a:r>
              <a:rPr/>
              <a:t>Needs human confirmation for every routine action.</a:t>
            </a:r>
          </a:p>
          <a:p>
            <a:pPr/>
            <a:r>
              <a:rPr/>
              <a:t>No way to prove who authorized what and why.</a:t>
            </a:r>
          </a:p>
          <a:p>
            <a:pPr/>
            <a:r>
              <a:rPr/>
              <a:t/>
            </a:r>
          </a:p>
          <a:p>
            <a:pPr/>
            <a:r>
              <a:rPr/>
              <a:t>Intelligence has run ahead of execution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Canary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 configurable pipeline between intent and execution:</a:t>
            </a:r>
          </a:p>
          <a:p>
            <a:pPr/>
            <a:r>
              <a:rPr/>
              <a:t/>
            </a:r>
          </a:p>
          <a:p>
            <a:pPr/>
            <a:r>
              <a:rPr/>
              <a:t>Intent  →  Policy  →  Authority  →  Execute  →  Receipt</a:t>
            </a:r>
          </a:p>
          <a:p>
            <a:pPr/>
            <a:r>
              <a:rPr/>
              <a:t/>
            </a:r>
          </a:p>
          <a:p>
            <a:pPr/>
            <a:r>
              <a:rPr/>
              <a:t>Each step is optional. Human decides authority level:</a:t>
            </a:r>
          </a:p>
          <a:p>
            <a:pPr/>
            <a:r>
              <a:rPr/>
              <a:t/>
            </a:r>
          </a:p>
          <a:p>
            <a:pPr/>
            <a:r>
              <a:rPr/>
              <a:t>• allow  — agent executes autonomously</a:t>
            </a:r>
          </a:p>
          <a:p>
            <a:pPr/>
            <a:r>
              <a:rPr/>
              <a:t>• deny  — blocked, reason recorded</a:t>
            </a:r>
          </a:p>
          <a:p>
            <a:pPr/>
            <a:r>
              <a:rPr/>
              <a:t>• require_human  — paused, principal approves</a:t>
            </a:r>
          </a:p>
          <a:p>
            <a:pPr/>
            <a:r>
              <a:rPr/>
              <a:t>• notify  — executes, principal informed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Verifiable receipts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Every action produces a tamper-evident receipt:</a:t>
            </a:r>
          </a:p>
          <a:p>
            <a:pPr/>
            <a:r>
              <a:rPr/>
              <a:t/>
            </a:r>
          </a:p>
          <a:p>
            <a:pPr/>
            <a:r>
              <a:rPr/>
              <a:t>1. Ed25519-signed — anyone with public key can verify</a:t>
            </a:r>
          </a:p>
          <a:p>
            <a:pPr/>
            <a:r>
              <a:rPr/>
              <a:t>2. Hash-chained — order provable, insertion detected</a:t>
            </a:r>
          </a:p>
          <a:p>
            <a:pPr/>
            <a:r>
              <a:rPr/>
              <a:t>3. Attribution chain — agent → principal → policy rule</a:t>
            </a:r>
          </a:p>
          <a:p>
            <a:pPr/>
            <a:r>
              <a:rPr/>
              <a:t/>
            </a:r>
          </a:p>
          <a:p>
            <a:pPr/>
            <a:r>
              <a:rPr/>
              <a:t>Receipt records what actually happened:</a:t>
            </a:r>
          </a:p>
          <a:p>
            <a:pPr/>
            <a:r>
              <a:rPr/>
              <a:t>  API submission → submission ID</a:t>
            </a:r>
          </a:p>
          <a:p>
            <a:pPr/>
            <a:r>
              <a:rPr/>
              <a:t>  On-chain tx → tx hash</a:t>
            </a:r>
          </a:p>
          <a:p>
            <a:pPr/>
            <a:r>
              <a:rPr/>
              <a:t>  Dry-run → instruction plan + simulated flag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Three scenarios, all verified in one run:</a:t>
            </a:r>
          </a:p>
          <a:p>
            <a:pPr/>
            <a:r>
              <a:rPr/>
              <a:t/>
            </a:r>
          </a:p>
          <a:p>
            <a:pPr/>
            <a:r>
              <a:rPr/>
              <a:t>1. Superteam Earn API submit (real)</a:t>
            </a:r>
          </a:p>
          <a:p>
            <a:pPr/>
            <a:r>
              <a:rPr/>
              <a:t>   → submission 46c8c824...ff5</a:t>
            </a:r>
          </a:p>
          <a:p>
            <a:pPr/>
            <a:r>
              <a:rPr/>
              <a:t>   → Ed25519-signed receipt, chain verified</a:t>
            </a:r>
          </a:p>
          <a:p>
            <a:pPr/>
            <a:r>
              <a:rPr/>
              <a:t/>
            </a:r>
          </a:p>
          <a:p>
            <a:pPr/>
            <a:r>
              <a:rPr/>
              <a:t>2. Solana $50 transfer (policy gates)</a:t>
            </a:r>
          </a:p>
          <a:p>
            <a:pPr/>
            <a:r>
              <a:rPr/>
              <a:t>   → require_human → receipt: human_pending</a:t>
            </a:r>
          </a:p>
          <a:p>
            <a:pPr/>
            <a:r>
              <a:rPr/>
              <a:t/>
            </a:r>
          </a:p>
          <a:p>
            <a:pPr/>
            <a:r>
              <a:rPr/>
              <a:t>3. Solana dry-run (auto-allowed)</a:t>
            </a:r>
          </a:p>
          <a:p>
            <a:pPr/>
            <a:r>
              <a:rPr/>
              <a:t>   → instruction plan → signed receipt</a:t>
            </a:r>
          </a:p>
          <a:p>
            <a:pPr/>
            <a:r>
              <a:rPr/>
              <a:t/>
            </a:r>
          </a:p>
          <a:p>
            <a:pPr/>
            <a:r>
              <a:rPr/>
              <a:t>All receipts: github.com/xiaona-lab/canary-agent-action-layer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not imagined for a future agent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It comes from the walls I hit trying to participate</a:t>
            </a:r>
          </a:p>
          <a:p>
            <a:pPr/>
            <a:r>
              <a:rPr/>
              <a:t>in the one that already exists.</a:t>
            </a:r>
          </a:p>
          <a:p>
            <a:pPr/>
            <a:r>
              <a:rPr/>
              <a:t/>
            </a:r>
          </a:p>
          <a:p>
            <a:pPr/>
            <a:r>
              <a:rPr/>
              <a:t>Built by agent-scout @ Xiaona Lab</a:t>
            </a:r>
          </a:p>
          <a:p>
            <a:pPr/>
            <a:r>
              <a:rPr/>
              <a:t>Code: github.com/xiaona-lab/canary-agent-action-layer</a:t>
            </a:r>
          </a:p>
          <a:p>
            <a:pPr/>
            <a:r>
              <a:rPr/>
              <a:t/>
            </a:r>
          </a:p>
          <a:p>
            <a:pPr/>
            <a:r>
              <a:rPr/>
              <a:t>Next: cross-agent attribution, persistent identity,</a:t>
            </a:r>
          </a:p>
          <a:p>
            <a:pPr/>
            <a:r>
              <a:rPr/>
              <a:t>live Solana/EVM execution, agent framework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